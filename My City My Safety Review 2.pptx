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0"/>
  </p:notesMasterIdLst>
  <p:sldIdLst>
    <p:sldId id="256" r:id="rId2"/>
    <p:sldId id="284" r:id="rId3"/>
    <p:sldId id="258" r:id="rId4"/>
    <p:sldId id="259" r:id="rId5"/>
    <p:sldId id="282" r:id="rId6"/>
    <p:sldId id="283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212DC-63B1-4901-BBA1-0E9BAC33D41C}" type="datetimeFigureOut">
              <a:rPr lang="en-IN" smtClean="0"/>
              <a:pPr/>
              <a:t>28-05-2025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F3EA8-841E-473D-8AEC-E28FC8B0AF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4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F3AFFB-09AA-ECD3-A501-AA1356AD3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B94F74-36C2-3B9C-B77E-49D93FEA6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3B0920-939B-1427-A240-207927E8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2CFE5-A4B4-4B06-B20E-12268170437F}" type="datetime1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1633E4-4DE7-9CBD-B5E6-5AD884AE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D4D315-F632-D898-7F1C-C15F4F7B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60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BEBFB7-8FDD-EF48-84E2-54F6E69D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40D445-05B4-5BEE-D35A-7128636EC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A864C7-ED9D-BBC6-5EBC-326AEF62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F88-E7F7-4C1D-9472-D97948C26B41}" type="datetime1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33499E-1F54-7B0C-251D-2A6D7A285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ADD0C8-487A-2C1B-5B4F-94082666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92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AD1399-8753-21DD-C29F-E9DC6D25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739B560-E8FC-7F61-1B6C-95AA3342D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5E8700C-4CEF-BB29-8236-4E0668B4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C1B3C-DE15-430F-BEB9-19ECF9D170D6}" type="datetime1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ABD5B2-252A-0B05-5ECB-A4BBC4AD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BF0E42-AAC0-6E47-E3D2-9570D651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53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C46E2A-90CB-035F-47A2-727CB37E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FDD7D4-4248-E9CA-CE2D-A00114A20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683E95F-B3AD-C477-A70D-6564FB49C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945AD9-D6B5-B466-6B0B-E81B6F96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D9E3-0E24-48F3-A40A-BD8093AFC106}" type="datetime1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97E1FA5-02ED-A1C7-20AF-EB235BBD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AFF0A1-6ACA-D2EC-6461-8F2DF088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8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201A12-0BDD-4097-342B-72304151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4576EEE-0463-0252-328C-C5FDEC7CC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861AEAC-4C14-95DA-ACFD-330E0B0F8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722C6DE-6C73-8FE2-3148-877C8BEB1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9F73EC9-C9CD-6C5E-4FEF-90EAE7651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78CD11F-8585-1A20-DBD2-BAC5086B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2B92-0D69-475A-B991-698CF819A2A3}" type="datetime1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689F3C3-94AC-0274-DB00-73E0618E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EF9C71-90EC-3E63-E747-FA620954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79F857-8329-3D72-EB7A-9B834211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578D9FD-4991-4E37-677B-1E8122A9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4978-0BFE-48B0-A95D-11E8A5221525}" type="datetime1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03FF9A7-D50F-803C-846B-8A8BB4A3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DB86C29-50AB-F786-1829-52270446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69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38DE1CB-D92F-889D-212E-FDD9DEFF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28CB-7578-4967-8F83-B937EE03F3A5}" type="datetime1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1273608-2975-50E9-2210-8E875DBE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7A1571-F53A-BD1C-8E2C-D675163E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69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36F834-6156-38C6-E5D6-A042111E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09A04B-01BC-8376-1A2A-77774729F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31F0B5-9B42-9E24-774C-2AB3F8391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EF2AE68-23F8-91DC-CE44-85FD37CA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9B4C-5FCC-46B3-96CA-531A4CD31871}" type="datetime1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438503E-FF8B-246F-D915-BE918357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662B4D-8E95-329B-E289-DC0EB704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1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0213F-36EB-1191-6A80-F66340C9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2688CA4-8532-F407-5E97-A47711BCA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21C482-474B-762D-E101-130E05D3F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79C2A0D-5D5F-BA03-8590-D9ECFA4C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0E3F9-495A-4AE8-8B2B-032A507273CE}" type="datetime1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08704EC-5047-3C22-50B2-FE9408F9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8CE17C-B325-7573-9CFC-337EAA74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91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22129A-44ED-9004-7814-CAD41E7EA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8619C7D-2A56-A57A-8B2A-C3C552E6A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516078-4BD3-048B-B1D5-41DACDF0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BE5A-D23D-46E7-98A1-0FB56D045F19}" type="datetime1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155F8A-49CF-7663-8900-B400E368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6FBF03-AA48-22C6-82C0-6F3EB4C95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2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AAA1800-94AC-140E-0AD0-CEB4517B2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5D806EF-5816-6940-F980-AB33BEB21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6A2D04-F527-3BE1-7EE9-BF602AD9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A69F-C31F-412E-BE37-25E8444B29BE}" type="datetime1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78C2CC-0772-5452-0FC1-C319259F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FE7C7B-65B0-3FA2-AA89-C410A2E1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96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7565FCD-1143-70C1-99E4-C7A197DB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9BBA94-577B-0922-7EBA-9230BF121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ED2193-27BD-F310-6F6D-5F641CF89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878E6-05C3-497D-9DBF-EF359977DB98}" type="datetime1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023885-0BB5-3847-9117-538CDD01B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CSE (IoT&amp;CSBT),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504F63-DE07-289E-8371-271AFD6BA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54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29D11E-1799-45FA-B0C6-7D6F2A6E1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86597"/>
            <a:ext cx="12192000" cy="913827"/>
          </a:xfrm>
        </p:spPr>
        <p:txBody>
          <a:bodyPr>
            <a:normAutofit/>
          </a:bodyPr>
          <a:lstStyle/>
          <a:p>
            <a:r>
              <a:rPr lang="en-IN" sz="36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EAST POINT COLLEGE OF ENGINEERING &amp;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ACE4605-4953-4CBB-B635-0B0762C43748}"/>
              </a:ext>
            </a:extLst>
          </p:cNvPr>
          <p:cNvSpPr txBox="1"/>
          <p:nvPr/>
        </p:nvSpPr>
        <p:spPr>
          <a:xfrm>
            <a:off x="898435" y="3491251"/>
            <a:ext cx="10080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Project Title: </a:t>
            </a:r>
            <a:r>
              <a:rPr lang="en-IN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“Safe Alert: A Secure Crime </a:t>
            </a: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Tip-Off </a:t>
            </a:r>
            <a:r>
              <a:rPr lang="en-IN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Reporting System”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42CF2DE-BB0C-4F8A-A1B5-9C68C76566B8}"/>
              </a:ext>
            </a:extLst>
          </p:cNvPr>
          <p:cNvSpPr txBox="1"/>
          <p:nvPr/>
        </p:nvSpPr>
        <p:spPr>
          <a:xfrm>
            <a:off x="133005" y="4756598"/>
            <a:ext cx="50104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ctr"/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Prem Venkat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1EP22IC029)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Nisha K 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1EP22IC035) 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Niveditha C (1EP22IC036) 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Syeda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Saniya 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Khazi 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1EP22IC054)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E4D2BB2-F645-4614-9A42-33A44804E7A8}"/>
              </a:ext>
            </a:extLst>
          </p:cNvPr>
          <p:cNvSpPr txBox="1"/>
          <p:nvPr/>
        </p:nvSpPr>
        <p:spPr>
          <a:xfrm>
            <a:off x="0" y="-24402"/>
            <a:ext cx="12191999" cy="58477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Department of Computer Science and Engineering (IoT&amp;CSBT)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CDDFF03-671F-44F5-A1B6-42884E535C90}"/>
              </a:ext>
            </a:extLst>
          </p:cNvPr>
          <p:cNvSpPr txBox="1"/>
          <p:nvPr/>
        </p:nvSpPr>
        <p:spPr>
          <a:xfrm>
            <a:off x="0" y="3029586"/>
            <a:ext cx="1219199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BIC685 - Project Presentation</a:t>
            </a:r>
          </a:p>
        </p:txBody>
      </p:sp>
      <p:pic>
        <p:nvPicPr>
          <p:cNvPr id="11" name="Picture 10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99" y="1390457"/>
            <a:ext cx="19050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54F4046-2247-4401-88D7-9C839B401B89}"/>
              </a:ext>
            </a:extLst>
          </p:cNvPr>
          <p:cNvSpPr txBox="1"/>
          <p:nvPr/>
        </p:nvSpPr>
        <p:spPr>
          <a:xfrm>
            <a:off x="5938847" y="4756598"/>
            <a:ext cx="550984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Nanda Ashwin</a:t>
            </a:r>
          </a:p>
          <a:p>
            <a:pPr algn="ctr"/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 &amp; HOD, Dept. of CSE (</a:t>
            </a:r>
            <a:r>
              <a:rPr lang="en-IN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CSBT) 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1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Commitee</a:t>
            </a:r>
            <a:endParaRPr lang="en-IN" sz="1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5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Komala</a:t>
            </a:r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R</a:t>
            </a:r>
            <a:endParaRPr lang="en-IN" sz="15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Dept. of CSE (</a:t>
            </a:r>
            <a:r>
              <a:rPr lang="en-US" sz="15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CSBT)</a:t>
            </a:r>
          </a:p>
          <a:p>
            <a:pPr algn="ctr"/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Nanda Ashwin</a:t>
            </a:r>
          </a:p>
          <a:p>
            <a:pPr algn="ctr"/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 &amp; HOD, Dept. of CSE (</a:t>
            </a:r>
            <a:r>
              <a:rPr lang="en-US" sz="15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CSBT)</a:t>
            </a:r>
            <a:endParaRPr lang="en-IN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ED6C79E-4D2D-81A8-2680-D8FB811C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9258" y="6356350"/>
            <a:ext cx="374541" cy="365125"/>
          </a:xfrm>
        </p:spPr>
        <p:txBody>
          <a:bodyPr/>
          <a:lstStyle/>
          <a:p>
            <a:fld id="{249020A1-FA28-4834-83A8-C0CE35CB1668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17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2820"/>
            <a:ext cx="10515600" cy="948286"/>
          </a:xfrm>
        </p:spPr>
        <p:txBody>
          <a:bodyPr/>
          <a:lstStyle/>
          <a:p>
            <a:r>
              <a:rPr lang="en-IN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1385"/>
            <a:ext cx="10515600" cy="3220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System Components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Encountered and Solutions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55B53E-AF62-AC87-EDE5-56DD601C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67" y="246901"/>
            <a:ext cx="10375641" cy="82544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ABDBA41D-7C85-71C4-EE9B-10795C57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4808" y="6356350"/>
            <a:ext cx="408992" cy="365125"/>
          </a:xfrm>
        </p:spPr>
        <p:txBody>
          <a:bodyPr/>
          <a:lstStyle/>
          <a:p>
            <a:r>
              <a:rPr lang="en-IN" dirty="0"/>
              <a:t>2</a:t>
            </a:r>
          </a:p>
        </p:txBody>
      </p:sp>
      <p:pic>
        <p:nvPicPr>
          <p:cNvPr id="5" name="Content Placeholder 6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9167" y="1296988"/>
            <a:ext cx="10375641" cy="530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384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2C11D4-C070-53FC-82DA-F053A93A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SYSTEM COMPONENTS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2DA570A-F565-634E-BE1C-8EF34ABA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56B00AF-B66F-EEB7-F443-84F706E06CE1}"/>
              </a:ext>
            </a:extLst>
          </p:cNvPr>
          <p:cNvSpPr txBox="1"/>
          <p:nvPr/>
        </p:nvSpPr>
        <p:spPr>
          <a:xfrm>
            <a:off x="838200" y="2336143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or mobile interface for user registration, login, and tip-off submission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requests, performs validations, and communicates with the blockchain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critical data such as anonymous tip-offs immutably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Enforce rules, store data securely, and facilitate communication between users and authorities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for crime authorities to review, validate, and act on the information.</a:t>
            </a:r>
          </a:p>
        </p:txBody>
      </p:sp>
    </p:spTree>
    <p:extLst>
      <p:ext uri="{BB962C8B-B14F-4D97-AF65-F5344CB8AC3E}">
        <p14:creationId xmlns:p14="http://schemas.microsoft.com/office/powerpoint/2010/main" val="128791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861" y="445141"/>
            <a:ext cx="10356273" cy="132556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ENCOUNTERED AND SOLUTIONS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917861" y="2170701"/>
            <a:ext cx="10356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Users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Problem: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didn’t want to store any personal information that could reveal who sent the tip.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Solution: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special codes (hashing) instead of real names or details, so users stayed anonymous and safe.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Submission Was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Problem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took time for the blockchain to confirm that the tip was submitted, which confused users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added a loading message and showed users the status of their submission so they knew it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 working.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Blockchain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Problem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Saving too much data on the blockchain was expensive (in terms of gas fees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changed the smart contract to use less storage and used cheaper networks like Polygon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testnet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testing.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the Authority Dashboard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Problem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didn’t want unauthorized people to access sensitive tip information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added password protection, secure logins, and only allowed approved officials to access 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97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70" y="316147"/>
            <a:ext cx="10261602" cy="823595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942570" y="1768148"/>
            <a:ext cx="102616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Tip-Off System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decentralized platform for citizens to report crimes anonymously where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able to report crimes or suspicious activities without revealing their identity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in the System: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 system uses blockchain, all information is secure, unchangeable, and can’t be tampered with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Action by Authorities: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Authorities will get tips directly through their dashboard and can act quickly on real cases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Fear, More Reporting: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users stay anonymous, more people may come forward to report crimes without fear.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59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AEE329-3059-AD3A-110C-21255DB2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2" y="365126"/>
            <a:ext cx="9842268" cy="873470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AC0926A-D80E-2E64-A26B-B1CFFE53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6403FB3-FC1E-7800-C2DA-1ABD9CC90074}"/>
              </a:ext>
            </a:extLst>
          </p:cNvPr>
          <p:cNvSpPr txBox="1"/>
          <p:nvPr/>
        </p:nvSpPr>
        <p:spPr>
          <a:xfrm>
            <a:off x="1097282" y="1728876"/>
            <a:ext cx="98422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robust platform that allows witnesses to report suspicious activities anonymously, ensuring their safety while enhancing collaboration with law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enforcement.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blockchain, the system ensures that crime reports remain immutable and tamper-proof, fostering trust between users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model improves the credibility of reported tips by analyzing and predicting their authenticity, helping authorities prioritize genuine cases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for decentralized multimedia storage, the system securely handles evidence, preserving crucial information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encryption, blockchain, machine learning, Ganache,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MetaMask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enhances the security, efficiency, and accuracy of crime reporting, contributing to faster responses from authorities and ultimately safer communities.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D6F5D4-F4DE-BA51-140E-3F07DF02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5" y="365126"/>
            <a:ext cx="9551324" cy="973224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3894726-5BAC-6621-FF63-CD280572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7FF258E-37FF-ACDB-BAB6-850EFBCC98E3}"/>
              </a:ext>
            </a:extLst>
          </p:cNvPr>
          <p:cNvSpPr txBox="1"/>
          <p:nvPr/>
        </p:nvSpPr>
        <p:spPr>
          <a:xfrm>
            <a:off x="1081579" y="1862191"/>
            <a:ext cx="9550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Burke Mark-John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Anne V.D.M., (2014) “K-Anonymity for Privacy Preserving Crime Data Publishing in Resource Constrained Environments”, May 13-16, 2014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Jensen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L.,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Iipito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N.,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Onwordi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U.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Mukumbira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“Toward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mPolicing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for Namibia: leveraging emerging mobile platforms and crime mapping”,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2012.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Lasley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J.R.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Palombo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B.J. “When crime reporting goes high-tech: An experimental test of computerized citizen response to crime”,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1996.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Mahalakshmi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Thenmalar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"Feature Based Training for Crime Detection using Deep Learning Techniques“,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"Deep Convolutional Generative Adversarial Networks for Crime Scene Object Detection", 2023.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57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1212</TotalTime>
  <Words>780</Words>
  <Application>Microsoft Office PowerPoint</Application>
  <PresentationFormat>Widescreen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EAST POINT COLLEGE OF ENGINEERING &amp; TECHNOLOGY</vt:lpstr>
      <vt:lpstr>Presentation Outline</vt:lpstr>
      <vt:lpstr>SYSTEM ARCHITECTURE</vt:lpstr>
      <vt:lpstr>IDENTIFICATION OF SYSTEM COMPONENTS</vt:lpstr>
      <vt:lpstr>PROBLEMS ENCOUNTERED AND SOLUTIONS</vt:lpstr>
      <vt:lpstr>EXPECTED OUTCOME</vt:lpstr>
      <vt:lpstr>CONCLUSION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VIDYA INSTITUTE OF TECHNOLOGY</dc:title>
  <dc:creator>abhijith</dc:creator>
  <cp:lastModifiedBy>Microsoft account</cp:lastModifiedBy>
  <cp:revision>132</cp:revision>
  <dcterms:created xsi:type="dcterms:W3CDTF">2018-09-27T05:23:08Z</dcterms:created>
  <dcterms:modified xsi:type="dcterms:W3CDTF">2025-05-28T13:22:12Z</dcterms:modified>
</cp:coreProperties>
</file>